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361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31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190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935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733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262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616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127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41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121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808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95F20-A566-4505-A0C1-87925DD15572}" type="datetimeFigureOut">
              <a:rPr lang="pl-PL" smtClean="0"/>
              <a:t>12.04.2026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A1AED-7279-425E-B0CB-DC0543C916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800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smtClean="0"/>
              <a:t>Generowanie </a:t>
            </a:r>
            <a:r>
              <a:rPr lang="pl-PL" smtClean="0"/>
              <a:t>Anomalii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900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Błędny zakres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LAT/LON – generowanie danych przy pomocy </a:t>
            </a:r>
            <a:r>
              <a:rPr lang="pl-PL" dirty="0" err="1" smtClean="0"/>
              <a:t>numpy</a:t>
            </a:r>
            <a:r>
              <a:rPr lang="pl-PL" dirty="0"/>
              <a:t> </a:t>
            </a:r>
            <a:r>
              <a:rPr lang="pl-PL" dirty="0" err="1" smtClean="0"/>
              <a:t>np.random</a:t>
            </a:r>
            <a:r>
              <a:rPr lang="pl-PL" dirty="0" smtClean="0"/>
              <a:t>() np.91 i 181</a:t>
            </a:r>
          </a:p>
          <a:p>
            <a:r>
              <a:rPr lang="pl-PL" dirty="0" smtClean="0"/>
              <a:t>(0.0,0.0) – wprost przypisanie danych do indexu</a:t>
            </a:r>
          </a:p>
          <a:p>
            <a:r>
              <a:rPr lang="pl-PL" dirty="0" smtClean="0"/>
              <a:t>SOG &gt; 40 </a:t>
            </a:r>
            <a:r>
              <a:rPr lang="pl-PL" dirty="0" err="1" smtClean="0"/>
              <a:t>kn</a:t>
            </a:r>
            <a:r>
              <a:rPr lang="pl-PL" dirty="0" smtClean="0"/>
              <a:t> – generowanie danych przy pomocy </a:t>
            </a:r>
            <a:r>
              <a:rPr lang="pl-PL" dirty="0" err="1" smtClean="0"/>
              <a:t>numpy</a:t>
            </a:r>
            <a:r>
              <a:rPr lang="pl-PL" dirty="0" smtClean="0"/>
              <a:t> </a:t>
            </a:r>
            <a:r>
              <a:rPr lang="pl-PL" dirty="0" err="1" smtClean="0"/>
              <a:t>np.random</a:t>
            </a:r>
            <a:r>
              <a:rPr lang="pl-PL" dirty="0" smtClean="0"/>
              <a:t>()</a:t>
            </a:r>
          </a:p>
          <a:p>
            <a:r>
              <a:rPr lang="pl-PL" dirty="0" err="1" smtClean="0"/>
              <a:t>Draught</a:t>
            </a:r>
            <a:r>
              <a:rPr lang="pl-PL" dirty="0" smtClean="0"/>
              <a:t> – </a:t>
            </a:r>
            <a:r>
              <a:rPr lang="pl-PL" dirty="0" err="1" smtClean="0"/>
              <a:t>numpy</a:t>
            </a:r>
            <a:r>
              <a:rPr lang="pl-PL" dirty="0" smtClean="0"/>
              <a:t> </a:t>
            </a:r>
            <a:r>
              <a:rPr lang="pl-PL" dirty="0" err="1" smtClean="0"/>
              <a:t>random</a:t>
            </a:r>
            <a:r>
              <a:rPr lang="pl-PL" dirty="0" smtClean="0"/>
              <a:t>() dla wartości 0 lub &gt;20m</a:t>
            </a:r>
          </a:p>
          <a:p>
            <a:r>
              <a:rPr lang="pl-PL" dirty="0" smtClean="0"/>
              <a:t>COG – </a:t>
            </a:r>
            <a:r>
              <a:rPr lang="pl-PL" dirty="0" err="1" smtClean="0"/>
              <a:t>scipy.stats</a:t>
            </a:r>
            <a:r>
              <a:rPr lang="pl-PL" dirty="0" smtClean="0"/>
              <a:t> </a:t>
            </a:r>
            <a:r>
              <a:rPr lang="pl-PL" dirty="0" err="1" smtClean="0"/>
              <a:t>random</a:t>
            </a:r>
            <a:r>
              <a:rPr lang="pl-PL" dirty="0" smtClean="0"/>
              <a:t>(0, 360)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006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Błędny rozkład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LAT/LON – dodanie szumu </a:t>
            </a:r>
            <a:r>
              <a:rPr lang="pl-PL" dirty="0" err="1" smtClean="0"/>
              <a:t>scipy.stats</a:t>
            </a:r>
            <a:r>
              <a:rPr lang="pl-PL" dirty="0" smtClean="0"/>
              <a:t> do danych </a:t>
            </a:r>
            <a:r>
              <a:rPr lang="pl-PL" dirty="0" err="1" smtClean="0"/>
              <a:t>geo</a:t>
            </a:r>
            <a:r>
              <a:rPr lang="pl-PL" dirty="0" smtClean="0"/>
              <a:t> (ważne dobranie parametrów o ile)</a:t>
            </a:r>
          </a:p>
          <a:p>
            <a:r>
              <a:rPr lang="pl-PL" dirty="0" smtClean="0"/>
              <a:t>SOG – dodanie do SOG +- 1kn </a:t>
            </a:r>
            <a:r>
              <a:rPr lang="pl-PL" dirty="0" err="1" smtClean="0"/>
              <a:t>scipy.stats</a:t>
            </a:r>
            <a:r>
              <a:rPr lang="pl-PL" dirty="0" smtClean="0"/>
              <a:t> (różnice do wyznaczenie przy pomocy danych </a:t>
            </a:r>
            <a:r>
              <a:rPr lang="pl-PL" dirty="0" err="1" smtClean="0"/>
              <a:t>geo</a:t>
            </a:r>
            <a:r>
              <a:rPr lang="pl-PL" dirty="0" smtClean="0"/>
              <a:t> + </a:t>
            </a:r>
            <a:r>
              <a:rPr lang="pl-PL" dirty="0" err="1" smtClean="0"/>
              <a:t>draught</a:t>
            </a:r>
            <a:r>
              <a:rPr lang="pl-PL" dirty="0" smtClean="0"/>
              <a:t> + </a:t>
            </a:r>
            <a:r>
              <a:rPr lang="pl-PL" dirty="0" err="1" smtClean="0"/>
              <a:t>gps</a:t>
            </a:r>
            <a:r>
              <a:rPr lang="pl-PL" dirty="0" smtClean="0"/>
              <a:t>)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2926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Błędy czasowe i strukturalne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Duplikacja danych TS + MMSI – </a:t>
            </a:r>
            <a:r>
              <a:rPr lang="pl-PL" dirty="0" err="1" smtClean="0"/>
              <a:t>pandas</a:t>
            </a:r>
            <a:r>
              <a:rPr lang="pl-PL" dirty="0" smtClean="0"/>
              <a:t> </a:t>
            </a:r>
          </a:p>
          <a:p>
            <a:r>
              <a:rPr lang="pl-PL" dirty="0" err="1" smtClean="0"/>
              <a:t>NaN</a:t>
            </a:r>
            <a:r>
              <a:rPr lang="pl-PL" dirty="0" smtClean="0"/>
              <a:t> w kolumnach – </a:t>
            </a:r>
            <a:r>
              <a:rPr lang="pl-PL" dirty="0" err="1" smtClean="0"/>
              <a:t>pandas</a:t>
            </a:r>
            <a:r>
              <a:rPr lang="pl-PL" dirty="0" smtClean="0"/>
              <a:t> </a:t>
            </a:r>
          </a:p>
          <a:p>
            <a:r>
              <a:rPr lang="pl-PL" dirty="0" smtClean="0"/>
              <a:t>Przesunięcia czasowe w przeszłość lub przyszłość – </a:t>
            </a:r>
            <a:r>
              <a:rPr lang="pl-PL" dirty="0" err="1" smtClean="0"/>
              <a:t>pandas</a:t>
            </a:r>
            <a:endParaRPr lang="pl-PL" dirty="0" smtClean="0"/>
          </a:p>
        </p:txBody>
      </p:sp>
    </p:spTree>
    <p:extLst>
      <p:ext uri="{BB962C8B-B14F-4D97-AF65-F5344CB8AC3E}">
        <p14:creationId xmlns:p14="http://schemas.microsoft.com/office/powerpoint/2010/main" val="282876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Generowanie danych syntetycznych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/>
              <a:t>Faker</a:t>
            </a:r>
            <a:r>
              <a:rPr lang="pl-PL" dirty="0" smtClean="0"/>
              <a:t> – generuje losowe MMSI</a:t>
            </a:r>
          </a:p>
          <a:p>
            <a:r>
              <a:rPr lang="pl-PL" dirty="0" smtClean="0"/>
              <a:t>CTGAN – generuje dane syntetyczne na podstawie danych oryginalnych</a:t>
            </a:r>
          </a:p>
          <a:p>
            <a:r>
              <a:rPr lang="pl-PL" dirty="0" err="1" smtClean="0"/>
              <a:t>Tsaug</a:t>
            </a:r>
            <a:r>
              <a:rPr lang="pl-PL" dirty="0" smtClean="0"/>
              <a:t> – pozwalana na psucie całych segmentów czasowych + </a:t>
            </a:r>
            <a:r>
              <a:rPr lang="pl-PL" dirty="0" err="1" smtClean="0"/>
              <a:t>Drift</a:t>
            </a:r>
            <a:r>
              <a:rPr lang="pl-PL" dirty="0" smtClean="0"/>
              <a:t>() +- do wartości SOG oraz COG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4582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Jak wykrywać anomalie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MMSI – weryfikacja czy składa się maksymalnie z 9-cyfr + może globalne wpisy do bazy danych</a:t>
            </a:r>
          </a:p>
          <a:p>
            <a:r>
              <a:rPr lang="pl-PL" dirty="0" smtClean="0"/>
              <a:t>LAT/LON – zakres powyżej -90,…,90 i -180,…,180. Opracowanie maski dla lądu.</a:t>
            </a:r>
          </a:p>
          <a:p>
            <a:r>
              <a:rPr lang="pl-PL" dirty="0" smtClean="0"/>
              <a:t>SOG – Class A ~30kn i Class B ~20kn, wyznaczanie na podstawie </a:t>
            </a:r>
            <a:r>
              <a:rPr lang="pl-PL" dirty="0" err="1" smtClean="0"/>
              <a:t>geo</a:t>
            </a:r>
            <a:r>
              <a:rPr lang="pl-PL" dirty="0" smtClean="0"/>
              <a:t>(p1,p2)/</a:t>
            </a:r>
            <a:r>
              <a:rPr lang="pl-PL" dirty="0" err="1" smtClean="0"/>
              <a:t>dt</a:t>
            </a:r>
            <a:r>
              <a:rPr lang="pl-PL" dirty="0" smtClean="0"/>
              <a:t>, zanurzenie do wyznaczenia prędkości</a:t>
            </a:r>
          </a:p>
          <a:p>
            <a:r>
              <a:rPr lang="pl-PL" dirty="0" smtClean="0"/>
              <a:t>COG – zakres powyżej 0-360 </a:t>
            </a:r>
            <a:r>
              <a:rPr lang="pl-PL" dirty="0" smtClean="0"/>
              <a:t>stopni, szybkie zmiany COG względem punkami nie osiągalne dla statków, </a:t>
            </a:r>
            <a:r>
              <a:rPr lang="pl-PL" dirty="0" err="1" smtClean="0"/>
              <a:t>heading</a:t>
            </a:r>
            <a:r>
              <a:rPr lang="pl-PL" dirty="0" smtClean="0"/>
              <a:t> – COG ~= 180 stopni to anomalia</a:t>
            </a:r>
          </a:p>
          <a:p>
            <a:r>
              <a:rPr lang="pl-PL" dirty="0" err="1" smtClean="0"/>
              <a:t>Heading</a:t>
            </a:r>
            <a:r>
              <a:rPr lang="pl-PL" dirty="0" smtClean="0"/>
              <a:t> – w stosunku do COG +- 20 stopni, powyżej 45 stopni i 3kn staje się podejrzany, 180 stopni różnicy to błąd transpondera</a:t>
            </a:r>
            <a:r>
              <a:rPr lang="pl-PL" dirty="0" smtClean="0"/>
              <a:t> </a:t>
            </a:r>
          </a:p>
          <a:p>
            <a:r>
              <a:rPr lang="pl-PL" dirty="0" err="1" smtClean="0"/>
              <a:t>Nav</a:t>
            </a:r>
            <a:r>
              <a:rPr lang="pl-PL" dirty="0" smtClean="0"/>
              <a:t> status – kluczowe wartości </a:t>
            </a:r>
            <a:r>
              <a:rPr lang="pl-PL" dirty="0"/>
              <a:t>0=silnik, 1=kotwica, 5=zacumowany. </a:t>
            </a:r>
            <a:r>
              <a:rPr lang="pl-PL" dirty="0" err="1" smtClean="0"/>
              <a:t>Nav</a:t>
            </a:r>
            <a:r>
              <a:rPr lang="pl-PL" dirty="0" smtClean="0"/>
              <a:t> status + duży SOG to anomalia </a:t>
            </a:r>
          </a:p>
          <a:p>
            <a:r>
              <a:rPr lang="pl-PL" dirty="0" err="1" smtClean="0"/>
              <a:t>Timestamp</a:t>
            </a:r>
            <a:r>
              <a:rPr lang="pl-PL" dirty="0" smtClean="0"/>
              <a:t> – duplikacja danych czasowych + MMSI, odwrócona kolejność danych, dane z przyszłości lub przeszłości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6010464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273</Words>
  <Application>Microsoft Office PowerPoint</Application>
  <PresentationFormat>Panoramiczny</PresentationFormat>
  <Paragraphs>26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Motyw pakietu Office</vt:lpstr>
      <vt:lpstr>Generowanie Anomalii</vt:lpstr>
      <vt:lpstr>Błędny zakres</vt:lpstr>
      <vt:lpstr>Błędny rozkład</vt:lpstr>
      <vt:lpstr>Błędy czasowe i strukturalne</vt:lpstr>
      <vt:lpstr>Generowanie danych syntetycznych</vt:lpstr>
      <vt:lpstr>Jak wykrywać anomalie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Generowanie Anomali</dc:title>
  <dc:creator>Konto Microsoft</dc:creator>
  <cp:lastModifiedBy>Konto Microsoft</cp:lastModifiedBy>
  <cp:revision>11</cp:revision>
  <dcterms:created xsi:type="dcterms:W3CDTF">2026-04-11T14:53:27Z</dcterms:created>
  <dcterms:modified xsi:type="dcterms:W3CDTF">2026-04-12T09:25:54Z</dcterms:modified>
</cp:coreProperties>
</file>